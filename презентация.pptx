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0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FF9CD9-31DD-44A5-9221-CE1EADABC3E7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E06FEC-CA6C-499F-89BA-51FE4E2A1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22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06FEC-CA6C-499F-89BA-51FE4E2A112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71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55720F-C043-964D-97B1-3085B2CD0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930AF9-C66F-D7E7-9ADF-5B30B2D79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577BDE-BD12-0E41-2CE0-ACEF4EF93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C1F6-8656-4824-8DA3-88E83CA69B5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A7BBE6-0A6D-99D1-D111-845DE7F84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BBC567-5E1B-C323-C97F-6393D6EC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1BD89-095D-44B7-A233-EF3CE226B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047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983C64-1462-F59B-E87E-62867F3F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ACA524-90E5-F785-5BAA-69CB7C8F1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92FDDF-DED9-7B8F-09B0-5CD72B26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C1F6-8656-4824-8DA3-88E83CA69B5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C534D5-6496-3633-193B-4500FB81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10674C-5BAC-7592-D0F1-E5FDC40E6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1BD89-095D-44B7-A233-EF3CE226B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964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BA781-1F01-9015-5151-E1217A2AC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BBE274-EFE9-6093-DE51-ED97FE131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112A01-D71C-D0A0-92B0-4C8618305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C1F6-8656-4824-8DA3-88E83CA69B5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4348DB-799A-878A-D75D-5F1C3A4B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E9C4F3-BA81-C3C5-8783-43ECF9C3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1BD89-095D-44B7-A233-EF3CE226B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0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888EAF-5087-90DA-CBD2-A6C8E9C7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3C5DD7-A17A-A22A-5EB9-6482611DB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02E36E-D446-8082-5FB0-199C71D16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DDC77B-07E1-093B-D277-8DFB17E0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C1F6-8656-4824-8DA3-88E83CA69B5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602F4A-21A8-7913-52F4-E2F403129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A80BAE-87F5-4000-21C7-557CDD188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1BD89-095D-44B7-A233-EF3CE226B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733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2BFE7-DBF3-8CE2-4482-EB87AB67E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DC56A8-EDF6-B097-801F-C8B677618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F6BC07-741F-0900-C267-E21260A9F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AD3D65-EDBC-48D7-5944-7E1F6364F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A45678D-E6BB-E1AA-2B02-CD6C3267B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977A4E1-F589-6236-1C1C-10B3F0DF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C1F6-8656-4824-8DA3-88E83CA69B5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90911F-E2FD-8124-63D6-9E1BF283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369E705-796B-E7DF-9736-2CD9278AA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1BD89-095D-44B7-A233-EF3CE226B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32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048EC9-58E1-7FB8-4ADF-4D5495430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9A2EB5-94C6-CBA3-9263-3546484F1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C1F6-8656-4824-8DA3-88E83CA69B5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7BAA09-5575-A763-A72A-67538C297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9CE6E4-BBD8-019A-8BDF-5CCF844D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1BD89-095D-44B7-A233-EF3CE226B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684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30652DD-A64F-B7FE-8396-2A196174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C1F6-8656-4824-8DA3-88E83CA69B5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33ED7CB-2FA2-0BF0-647E-6823C40BB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1E7D41-7A92-CD70-3EEC-1EBD69B3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1BD89-095D-44B7-A233-EF3CE226B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11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4E31CA-9DBF-DD09-C332-6990970A5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850DD4-CC28-BAED-1CD1-D84A7F99E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218B1D-36DB-CEBC-2428-653D43195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216422-D90F-A295-80D0-8623947BF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C1F6-8656-4824-8DA3-88E83CA69B5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26FE0A-8146-770F-4F15-60E5DF285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5DD6F2-FEFD-13CE-B3A0-88327F267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1BD89-095D-44B7-A233-EF3CE226B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533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275B5-0C89-66B7-0E70-8E0C0E0E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D6A845E-36C3-76FF-B76A-ABDC3C8ED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FA60BB-40D9-3E80-6F27-5A51AF7BC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216FEF-B9A2-59B0-F743-3F92734B4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C1F6-8656-4824-8DA3-88E83CA69B5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C8CCA8-C374-94FE-ABC4-6F65F743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525E0B-BA20-7158-9C36-82B4365E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1BD89-095D-44B7-A233-EF3CE226B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74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5754B5-CC35-BE5F-B82B-77A51928A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97CD27-CAE7-B963-C827-53C2D5300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3B1E97-4DE6-9609-E455-6E79950C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C1F6-8656-4824-8DA3-88E83CA69B5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5BC0C1-65F4-49E5-2ACE-A23A85352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E66150-E046-72F3-01A7-57CEDEFD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1BD89-095D-44B7-A233-EF3CE226B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63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C17A94F-90D0-EE6C-F8C4-DFEC25974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A58878-FA44-48F9-2C87-4BBE858A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B917A8-0712-E68D-AAB3-B43CE528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C1F6-8656-4824-8DA3-88E83CA69B5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5637A3-4D9F-5234-7606-D4C041DC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68E357-7A1C-27EA-E835-31BEEFF4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1BD89-095D-44B7-A233-EF3CE226B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085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8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C1A812-034E-C95B-A8EB-4EA435484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D3FEB7-ADDC-5DE9-F124-7A3C2266A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777947-1E1E-91F8-A50C-71EC2A6A0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FC1F6-8656-4824-8DA3-88E83CA69B51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B91520-0413-5B0D-6BD4-3B2A496F5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94769F-6089-725D-B8ED-7283EB8CE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1BD89-095D-44B7-A233-EF3CE226B8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01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87000">
              <a:schemeClr val="accent1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4843B-2417-D240-803A-4A28BB4DCB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5400" dirty="0">
                <a:solidFill>
                  <a:srgbClr val="460F00"/>
                </a:solidFill>
                <a:latin typeface="Franklin Gothic Demi" panose="020B0703020102020204" pitchFamily="34" charset="0"/>
              </a:rPr>
              <a:t>Кейс Быстрые отчеты</a:t>
            </a:r>
            <a:br>
              <a:rPr lang="ru-RU" sz="5400" dirty="0">
                <a:solidFill>
                  <a:srgbClr val="460F00"/>
                </a:solidFill>
                <a:latin typeface="Franklin Gothic Demi" panose="020B0703020102020204" pitchFamily="34" charset="0"/>
              </a:rPr>
            </a:br>
            <a:r>
              <a:rPr lang="ru-RU" sz="5400" dirty="0">
                <a:solidFill>
                  <a:srgbClr val="460F00"/>
                </a:solidFill>
                <a:latin typeface="Franklin Gothic Demi" panose="020B0703020102020204" pitchFamily="34" charset="0"/>
              </a:rPr>
              <a:t>Сервис создания листовок на основе XML-шаблонов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1D9C42-6675-3D5E-39DE-C3EE4F964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0" y="4213208"/>
            <a:ext cx="4572000" cy="3044857"/>
          </a:xfrm>
        </p:spPr>
        <p:txBody>
          <a:bodyPr>
            <a:normAutofit/>
          </a:bodyPr>
          <a:lstStyle/>
          <a:p>
            <a:endParaRPr lang="ru-RU" dirty="0">
              <a:solidFill>
                <a:schemeClr val="accent3">
                  <a:lumMod val="50000"/>
                </a:schemeClr>
              </a:solidFill>
              <a:latin typeface="Franklin Gothic Medium" panose="020B0603020102020204" pitchFamily="34" charset="0"/>
            </a:endParaRPr>
          </a:p>
          <a:p>
            <a:endParaRPr lang="ru-RU" dirty="0">
              <a:solidFill>
                <a:schemeClr val="accent3">
                  <a:lumMod val="50000"/>
                </a:schemeClr>
              </a:solidFill>
              <a:latin typeface="Franklin Gothic Medium" panose="020B0603020102020204" pitchFamily="34" charset="0"/>
            </a:endParaRPr>
          </a:p>
          <a:p>
            <a:endParaRPr lang="ru-RU" dirty="0">
              <a:solidFill>
                <a:schemeClr val="accent3">
                  <a:lumMod val="50000"/>
                </a:schemeClr>
              </a:solidFill>
              <a:latin typeface="Franklin Gothic Medium" panose="020B0603020102020204" pitchFamily="34" charset="0"/>
            </a:endParaRPr>
          </a:p>
          <a:p>
            <a:endParaRPr lang="ru-RU" dirty="0">
              <a:solidFill>
                <a:schemeClr val="accent3">
                  <a:lumMod val="50000"/>
                </a:schemeClr>
              </a:solidFill>
              <a:latin typeface="Franklin Gothic Medium" panose="020B0603020102020204" pitchFamily="34" charset="0"/>
            </a:endParaRPr>
          </a:p>
          <a:p>
            <a:r>
              <a:rPr lang="ru-RU" dirty="0">
                <a:solidFill>
                  <a:schemeClr val="accent3">
                    <a:lumMod val="75000"/>
                  </a:schemeClr>
                </a:solidFill>
                <a:latin typeface="Franklin Gothic Medium" panose="020B0603020102020204" pitchFamily="34" charset="0"/>
              </a:rPr>
              <a:t>2026 год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785A4-2137-B91C-B772-4BE2DC4D9AE3}"/>
              </a:ext>
            </a:extLst>
          </p:cNvPr>
          <p:cNvSpPr txBox="1"/>
          <p:nvPr/>
        </p:nvSpPr>
        <p:spPr>
          <a:xfrm>
            <a:off x="3048000" y="353842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Команда: «Танцы с бубном»</a:t>
            </a:r>
          </a:p>
        </p:txBody>
      </p:sp>
    </p:spTree>
    <p:extLst>
      <p:ext uri="{BB962C8B-B14F-4D97-AF65-F5344CB8AC3E}">
        <p14:creationId xmlns:p14="http://schemas.microsoft.com/office/powerpoint/2010/main" val="4150110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0BD6A-4981-1099-CAF4-E3A22B8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414" y="311122"/>
            <a:ext cx="4687795" cy="964054"/>
          </a:xfrm>
        </p:spPr>
        <p:txBody>
          <a:bodyPr>
            <a:noAutofit/>
          </a:bodyPr>
          <a:lstStyle/>
          <a:p>
            <a:r>
              <a:rPr lang="ru-RU" sz="4800" dirty="0">
                <a:solidFill>
                  <a:srgbClr val="460F00"/>
                </a:solidFill>
                <a:latin typeface="Franklin Gothic Demi" panose="020B0703020102020204" pitchFamily="34" charset="0"/>
              </a:rPr>
              <a:t>Наша команда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D35EF87B-81AE-A5B6-BB8E-B3FB23FF5C07}"/>
              </a:ext>
            </a:extLst>
          </p:cNvPr>
          <p:cNvSpPr/>
          <p:nvPr/>
        </p:nvSpPr>
        <p:spPr>
          <a:xfrm>
            <a:off x="878938" y="1771306"/>
            <a:ext cx="2892905" cy="2811744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460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B0FE8ABE-FD83-B627-01AD-2FB7D0498F70}"/>
              </a:ext>
            </a:extLst>
          </p:cNvPr>
          <p:cNvSpPr/>
          <p:nvPr/>
        </p:nvSpPr>
        <p:spPr>
          <a:xfrm>
            <a:off x="4667654" y="1771306"/>
            <a:ext cx="2997317" cy="2811744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460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E129D-65A7-2E8E-BF20-5B36E009F522}"/>
              </a:ext>
            </a:extLst>
          </p:cNvPr>
          <p:cNvSpPr txBox="1"/>
          <p:nvPr/>
        </p:nvSpPr>
        <p:spPr>
          <a:xfrm>
            <a:off x="879344" y="4611257"/>
            <a:ext cx="3447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accent3">
                    <a:lumMod val="50000"/>
                  </a:schemeClr>
                </a:solidFill>
                <a:latin typeface="Franklin Gothic Demi" panose="020B0703020102020204" pitchFamily="34" charset="0"/>
              </a:rPr>
              <a:t>Жуков Леонид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23C522-6BCB-E114-D405-24134A8722B2}"/>
              </a:ext>
            </a:extLst>
          </p:cNvPr>
          <p:cNvSpPr txBox="1"/>
          <p:nvPr/>
        </p:nvSpPr>
        <p:spPr>
          <a:xfrm>
            <a:off x="4285224" y="4611257"/>
            <a:ext cx="4802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accent3">
                    <a:lumMod val="50000"/>
                  </a:schemeClr>
                </a:solidFill>
                <a:latin typeface="Franklin Gothic Demi" panose="020B0703020102020204" pitchFamily="34" charset="0"/>
              </a:rPr>
              <a:t>Грибцова Елизавета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059E7C-D86F-E788-C492-EAA25B0E6640}"/>
              </a:ext>
            </a:extLst>
          </p:cNvPr>
          <p:cNvSpPr txBox="1"/>
          <p:nvPr/>
        </p:nvSpPr>
        <p:spPr>
          <a:xfrm>
            <a:off x="1386799" y="5391415"/>
            <a:ext cx="187718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Team</a:t>
            </a:r>
            <a:r>
              <a:rPr lang="ru-RU" sz="28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 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Lead</a:t>
            </a:r>
          </a:p>
          <a:p>
            <a:pPr algn="ctr"/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Backend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A487AC-C59B-615C-BF5C-7CBDC0B0E640}"/>
              </a:ext>
            </a:extLst>
          </p:cNvPr>
          <p:cNvSpPr txBox="1"/>
          <p:nvPr/>
        </p:nvSpPr>
        <p:spPr>
          <a:xfrm>
            <a:off x="5253682" y="5406804"/>
            <a:ext cx="18252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Frontend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51B1DE9-95FE-7390-B0CD-1B19C1C0D97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0065"/>
          <a:stretch>
            <a:fillRect/>
          </a:stretch>
        </p:blipFill>
        <p:spPr>
          <a:xfrm>
            <a:off x="8560782" y="1771306"/>
            <a:ext cx="2864301" cy="2811744"/>
          </a:xfrm>
          <a:prstGeom prst="ellipse">
            <a:avLst/>
          </a:prstGeom>
          <a:ln w="12700">
            <a:solidFill>
              <a:srgbClr val="460F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08F5E1-049E-3C9C-2B40-8490646CD409}"/>
              </a:ext>
            </a:extLst>
          </p:cNvPr>
          <p:cNvSpPr txBox="1"/>
          <p:nvPr/>
        </p:nvSpPr>
        <p:spPr>
          <a:xfrm>
            <a:off x="8812666" y="4611257"/>
            <a:ext cx="2997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err="1">
                <a:solidFill>
                  <a:schemeClr val="accent3">
                    <a:lumMod val="50000"/>
                  </a:schemeClr>
                </a:solidFill>
                <a:latin typeface="Franklin Gothic Demi" panose="020B0703020102020204" pitchFamily="34" charset="0"/>
              </a:rPr>
              <a:t>Алдамов</a:t>
            </a:r>
            <a:r>
              <a:rPr lang="ru-RU" sz="3200" dirty="0">
                <a:solidFill>
                  <a:schemeClr val="accent3">
                    <a:lumMod val="50000"/>
                  </a:schemeClr>
                </a:solidFill>
                <a:latin typeface="Franklin Gothic Demi" panose="020B0703020102020204" pitchFamily="34" charset="0"/>
              </a:rPr>
              <a:t> Яхья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312EE-9E83-5848-2A3C-7B81B93033A7}"/>
              </a:ext>
            </a:extLst>
          </p:cNvPr>
          <p:cNvSpPr txBox="1"/>
          <p:nvPr/>
        </p:nvSpPr>
        <p:spPr>
          <a:xfrm>
            <a:off x="9529435" y="5345248"/>
            <a:ext cx="1563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Fullstack</a:t>
            </a:r>
            <a:endParaRPr lang="en-US" sz="2800" dirty="0">
              <a:solidFill>
                <a:schemeClr val="accent3">
                  <a:lumMod val="50000"/>
                </a:schemeClr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663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24F2B5-EC9C-9C9F-2682-5E118394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45" y="0"/>
            <a:ext cx="6406249" cy="1009651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rgbClr val="460F00"/>
                </a:solidFill>
                <a:latin typeface="Franklin Gothic Demi" panose="020B0703020102020204" pitchFamily="34" charset="0"/>
              </a:rPr>
              <a:t>Проблема и 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28BC09-7352-AD38-B7B9-38614BC02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19" y="1144100"/>
            <a:ext cx="5616881" cy="5501239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Малому бизнесу нужны рекламные материалы</a:t>
            </a:r>
          </a:p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Дизайнеры — дорого и долго</a:t>
            </a:r>
          </a:p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Онлайн-редакторы — сложные или платные</a:t>
            </a:r>
          </a:p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Шаблоны в Word — некрасиво и неудобно</a:t>
            </a:r>
          </a:p>
          <a:p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A2E2ABB-BFA2-EAD7-5A07-EB5D42A0E8C0}"/>
              </a:ext>
            </a:extLst>
          </p:cNvPr>
          <p:cNvSpPr txBox="1">
            <a:spLocks/>
          </p:cNvSpPr>
          <p:nvPr/>
        </p:nvSpPr>
        <p:spPr>
          <a:xfrm>
            <a:off x="6764594" y="1254534"/>
            <a:ext cx="5299461" cy="5280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Простой веб-редактор</a:t>
            </a:r>
          </a:p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Готовые шаблоны за 1 клик</a:t>
            </a:r>
          </a:p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Экспорт в PDF/PNG/JPEG</a:t>
            </a:r>
          </a:p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Бесплатно и без регистрации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715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D1116E9-86E9-4DA5-1AAF-AB68EBD4E5BB}"/>
              </a:ext>
            </a:extLst>
          </p:cNvPr>
          <p:cNvSpPr/>
          <p:nvPr/>
        </p:nvSpPr>
        <p:spPr>
          <a:xfrm>
            <a:off x="6666135" y="635641"/>
            <a:ext cx="5401052" cy="60095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2F7ED-2D6F-FCE7-94FB-5B007114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93" y="58544"/>
            <a:ext cx="6495854" cy="718756"/>
          </a:xfrm>
        </p:spPr>
        <p:txBody>
          <a:bodyPr/>
          <a:lstStyle/>
          <a:p>
            <a:r>
              <a:rPr lang="ru-RU" dirty="0">
                <a:solidFill>
                  <a:srgbClr val="460F00"/>
                </a:solidFill>
                <a:latin typeface="Franklin Gothic Demi" panose="020B0703020102020204" pitchFamily="34" charset="0"/>
              </a:rPr>
              <a:t>Основные возможности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0AFD67-283A-DB6D-5572-62AA06612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92" y="995019"/>
            <a:ext cx="6302325" cy="5862981"/>
          </a:xfrm>
        </p:spPr>
        <p:txBody>
          <a:bodyPr>
            <a:normAutofit lnSpcReduction="10000"/>
          </a:bodyPr>
          <a:lstStyle/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Шаблоны (Распродажа, Приглашение, Меню)</a:t>
            </a:r>
          </a:p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Редактирование текста и изображений</a:t>
            </a:r>
          </a:p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Стандартные форматы (A4, A5, </a:t>
            </a:r>
            <a:r>
              <a:rPr lang="ru-RU" sz="4000" dirty="0" err="1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Letter</a:t>
            </a:r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) + свои размеры</a:t>
            </a:r>
          </a:p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Экспорт: PNG, JPEG, SVG, PDF</a:t>
            </a:r>
          </a:p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Сохранение в XML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B1C8C6-5A61-6288-8ECC-6CDC6B128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447" y="918959"/>
            <a:ext cx="5196428" cy="1216645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CAD22A-B697-DB87-5BD9-A07F95342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447" y="2317837"/>
            <a:ext cx="2819794" cy="3496163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046C21F-DB65-67A7-449E-C12067DF8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781" y="2317837"/>
            <a:ext cx="2249094" cy="224909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4F878F9-0A56-686F-FB4D-122C94248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869" y="5939041"/>
            <a:ext cx="3982006" cy="552527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39978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C7B8AD8-0408-2F5B-2EA7-C318ADF1B29E}"/>
              </a:ext>
            </a:extLst>
          </p:cNvPr>
          <p:cNvSpPr/>
          <p:nvPr/>
        </p:nvSpPr>
        <p:spPr>
          <a:xfrm>
            <a:off x="7081125" y="62682"/>
            <a:ext cx="4778478" cy="67326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3DC986-12B1-0F3C-1AEC-979DDE75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97" y="83953"/>
            <a:ext cx="5996233" cy="793827"/>
          </a:xfrm>
        </p:spPr>
        <p:txBody>
          <a:bodyPr/>
          <a:lstStyle/>
          <a:p>
            <a:r>
              <a:rPr lang="ru-RU" dirty="0">
                <a:solidFill>
                  <a:srgbClr val="460F00"/>
                </a:solidFill>
                <a:latin typeface="Franklin Gothic Demi" panose="020B0703020102020204" pitchFamily="34" charset="0"/>
              </a:rPr>
              <a:t>Продвинутые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1E3997-23DF-D589-A274-7E549B70F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457" y="1362201"/>
            <a:ext cx="7462358" cy="5657653"/>
          </a:xfrm>
        </p:spPr>
        <p:txBody>
          <a:bodyPr>
            <a:normAutofit/>
          </a:bodyPr>
          <a:lstStyle/>
          <a:p>
            <a:r>
              <a:rPr lang="ru-RU" sz="43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Панель слоёв (видимость, блокировка, порядок)</a:t>
            </a:r>
          </a:p>
          <a:p>
            <a:r>
              <a:rPr lang="ru-RU" sz="4300" dirty="0" err="1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Undo</a:t>
            </a:r>
            <a:r>
              <a:rPr lang="ru-RU" sz="43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/</a:t>
            </a:r>
            <a:r>
              <a:rPr lang="ru-RU" sz="4300" dirty="0" err="1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Redo</a:t>
            </a:r>
            <a:r>
              <a:rPr lang="ru-RU" sz="43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 (</a:t>
            </a:r>
            <a:r>
              <a:rPr lang="ru-RU" sz="4300" dirty="0" err="1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Ctrl+Z</a:t>
            </a:r>
            <a:r>
              <a:rPr lang="ru-RU" sz="43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/</a:t>
            </a:r>
            <a:r>
              <a:rPr lang="ru-RU" sz="4300" dirty="0" err="1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Ctrl+Y</a:t>
            </a:r>
            <a:r>
              <a:rPr lang="ru-RU" sz="43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)</a:t>
            </a:r>
          </a:p>
          <a:p>
            <a:r>
              <a:rPr lang="ru-RU" sz="43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Тёмная/светлая тема</a:t>
            </a:r>
          </a:p>
          <a:p>
            <a:r>
              <a:rPr lang="ru-RU" sz="43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ИИ-генерация дизайна</a:t>
            </a:r>
          </a:p>
          <a:p>
            <a:r>
              <a:rPr lang="ru-RU" sz="43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Облачное сохранение (личный кабинет)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032888-820B-0D80-1F2F-421421F72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95" y="1272720"/>
            <a:ext cx="4253166" cy="3704632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80DD47-25DC-E296-F6FF-54276E15E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395" y="5096699"/>
            <a:ext cx="4253166" cy="1579271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B7252DB-0844-C0F1-8EEE-AA0D0386D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395" y="228420"/>
            <a:ext cx="2644962" cy="781159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3926623-A653-4AB2-DF66-610C84DED1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074" y="728189"/>
            <a:ext cx="1000265" cy="495369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D224561-F271-D009-7B87-28F8A7AF08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627" y="174133"/>
            <a:ext cx="1143160" cy="504895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1028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164AE-D2A9-8730-4509-74CE0649B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22" y="150830"/>
            <a:ext cx="1406293" cy="704576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460F00"/>
                </a:solidFill>
                <a:latin typeface="Franklin Gothic Demi" panose="020B0703020102020204" pitchFamily="34" charset="0"/>
              </a:rPr>
              <a:t>Стек</a:t>
            </a:r>
          </a:p>
        </p:txBody>
      </p:sp>
      <p:pic>
        <p:nvPicPr>
          <p:cNvPr id="7" name="Рисунок 6" descr="File:Vite Logo 2026.svg - Wikimedia Commons">
            <a:extLst>
              <a:ext uri="{FF2B5EF4-FFF2-40B4-BE49-F238E27FC236}">
                <a16:creationId xmlns:a16="http://schemas.microsoft.com/office/drawing/2014/main" id="{44FBE86A-9B6E-CC57-C9E5-B5CF4258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710" y="1073742"/>
            <a:ext cx="4387990" cy="2671647"/>
          </a:xfrm>
          <a:prstGeom prst="rect">
            <a:avLst/>
          </a:prstGeom>
        </p:spPr>
      </p:pic>
      <p:pic>
        <p:nvPicPr>
          <p:cNvPr id="8" name="Рисунок 7" descr="File:React-icon.svg - Wikimedia Commons">
            <a:extLst>
              <a:ext uri="{FF2B5EF4-FFF2-40B4-BE49-F238E27FC236}">
                <a16:creationId xmlns:a16="http://schemas.microsoft.com/office/drawing/2014/main" id="{48EDAACC-8A20-2C39-CE3A-BC4618940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235" y="3429000"/>
            <a:ext cx="3684333" cy="32784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13AD95-EE94-1511-05F6-AE7A34016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5" r="24804"/>
          <a:stretch>
            <a:fillRect/>
          </a:stretch>
        </p:blipFill>
        <p:spPr>
          <a:xfrm>
            <a:off x="1282969" y="1073742"/>
            <a:ext cx="3182465" cy="311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82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832C13C-ECBB-1D85-58A8-471A329A39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" t="8221" b="8598"/>
          <a:stretch>
            <a:fillRect/>
          </a:stretch>
        </p:blipFill>
        <p:spPr>
          <a:xfrm>
            <a:off x="172779" y="908445"/>
            <a:ext cx="11846442" cy="555238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D7B63-D798-A94A-2D13-5691AF68E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585" y="104646"/>
            <a:ext cx="3121058" cy="803799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460F00"/>
                </a:solidFill>
                <a:latin typeface="Franklin Gothic Demi" panose="020B0703020102020204" pitchFamily="34" charset="0"/>
              </a:rPr>
              <a:t>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1200862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43931-8B21-F4BD-6EE1-22DC3F919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4" y="5358580"/>
            <a:ext cx="9016181" cy="982765"/>
          </a:xfrm>
        </p:spPr>
        <p:txBody>
          <a:bodyPr>
            <a:normAutofit/>
          </a:bodyPr>
          <a:lstStyle/>
          <a:p>
            <a:r>
              <a:rPr lang="en-US" sz="4000" dirty="0"/>
              <a:t>https://github.com/AuxFitnesman/XML-zip</a:t>
            </a:r>
            <a:endParaRPr lang="ru-RU" sz="4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E1580F0-9A89-57F6-2F31-F2938F758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3" t="21672" r="11276" b="30289"/>
          <a:stretch>
            <a:fillRect/>
          </a:stretch>
        </p:blipFill>
        <p:spPr>
          <a:xfrm>
            <a:off x="4500682" y="369171"/>
            <a:ext cx="3190636" cy="426049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C24E88A-CC6F-8556-3F6B-A2229B220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7" t="21506" r="11186" b="29892"/>
          <a:stretch>
            <a:fillRect/>
          </a:stretch>
        </p:blipFill>
        <p:spPr>
          <a:xfrm>
            <a:off x="8548614" y="369170"/>
            <a:ext cx="3129389" cy="426049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EE86B16-9968-8F0B-EDDE-9D6C23E727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6" t="21649" r="11186" b="29893"/>
          <a:stretch>
            <a:fillRect/>
          </a:stretch>
        </p:blipFill>
        <p:spPr>
          <a:xfrm>
            <a:off x="479528" y="369170"/>
            <a:ext cx="3163858" cy="426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37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Красный и оранжевый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160</Words>
  <Application>Microsoft Office PowerPoint</Application>
  <PresentationFormat>Широкоэкранный</PresentationFormat>
  <Paragraphs>40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Franklin Gothic Demi</vt:lpstr>
      <vt:lpstr>Franklin Gothic Medium</vt:lpstr>
      <vt:lpstr>Тема Office</vt:lpstr>
      <vt:lpstr>Кейс Быстрые отчеты Сервис создания листовок на основе XML-шаблонов</vt:lpstr>
      <vt:lpstr>Наша команда</vt:lpstr>
      <vt:lpstr>Проблема и решение</vt:lpstr>
      <vt:lpstr>Основные возможности</vt:lpstr>
      <vt:lpstr>Продвинутые функции</vt:lpstr>
      <vt:lpstr>Стек</vt:lpstr>
      <vt:lpstr>Интерфейс</vt:lpstr>
      <vt:lpstr>https://github.com/AuxFitnesman/XML-zip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Елизавета Грибцова</dc:creator>
  <cp:lastModifiedBy>ADMIN</cp:lastModifiedBy>
  <cp:revision>18</cp:revision>
  <dcterms:created xsi:type="dcterms:W3CDTF">2026-06-03T19:39:10Z</dcterms:created>
  <dcterms:modified xsi:type="dcterms:W3CDTF">2026-06-05T15:31:18Z</dcterms:modified>
</cp:coreProperties>
</file>